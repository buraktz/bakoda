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9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058400" y="64008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0058400" y="640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#15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Bakoda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Oda Rezervasyonu için Uçtan Uca Test ve Dağıtım Pipeline'ı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4114800"/>
            <a:ext cx="38404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MTH2526-B25 — Bulut Mimarilerinde Test Mühendisliği
</a:t>
            </a:r>
            <a:r>
              <a:rPr lang="en-US" sz="16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Üniversitesi · 2025–2026 Bahar
</a:t>
            </a: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Grup: Arif Batuhan Bahar · Burak Tuzcu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PROBLEM VE ÇÖZÜM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Neden bir test pipeline'ı?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rezervasyonunda müsaitlik, çakışma ve onay belgesi kritiktir.
Aynı oda/tarih çift-rezervasyonu, hatalı durum geçişleri ve sessiz veri kaybı production'da pahalıdır.
Manuel test ölçeklenmez → otomasyon ve gözlemlenebilirlik şarttır.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53912" y="16916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0F2C44"/>
          </a:solidFill>
          <a:ln/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28232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— Bakoda (FastAPI)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28232" y="2240280"/>
            <a:ext cx="4983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Otel/oda ara, müsaitlik kontrol et, rezervasyon oluştur · güncelle · iptal et.
Onay belgesi LocalStack S3'e yazılır; auth, favoriler, ödeme ve iletişim uçları kalıcıdır.
Basit React UI üzerinden tam test / deploy / monitoring yığını.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motivasyonu: Arif — UI ve test piramidi (QA odağı); Burak — backend, altyapı ve gözlemlenebilirlik (DevOps odağı).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MIMARI DIYAGRAM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Tüm bileşenler tek bakışta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947672"/>
            <a:ext cx="73152" cy="122529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04672" y="19476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3500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· 34 uç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· /health · /metrics · /docs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783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315968" y="1947672"/>
            <a:ext cx="73152" cy="122529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0" y="19476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Veritabanı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3500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SQLAlchemy 2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(5 migration)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783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8083296" y="1947672"/>
            <a:ext cx="73152" cy="122529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339328" y="19476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Storage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39328" y="23500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S3 + boto3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bakoda-confirmations bucket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48640" y="3758184"/>
            <a:ext cx="73152" cy="122529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04672" y="37581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4672" y="41605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· 2 replica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+ Service + ConfigMap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15968" y="3593592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315968" y="3758184"/>
            <a:ext cx="73152" cy="122529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572000" y="37581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0" y="41605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→ Grafana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panel + /metrics scrape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83296" y="3593592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083296" y="3758184"/>
            <a:ext cx="73152" cy="122529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339328" y="37581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Tracing (bonus +5)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39328" y="41605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→ Jaeger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span'leri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Akış:  İstemci (React · Playwright · k6 · Newman) → API → PostgreSQL · S3   |   /metrics → Prometheus → Grafana   |   OTLP → Jaeger      ·      Tam diyagram: docs/architecture.png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9EF1623-F634-8E94-FBC4-D17EDEB63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254" y="141870"/>
            <a:ext cx="6674375" cy="657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TEST STRATEJISI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piramidi: 306 test fonksiyonu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98157" cy="868680"/>
          </a:xfrm>
          <a:prstGeom prst="roundRect">
            <a:avLst>
              <a:gd name="adj" fmla="val 6316"/>
            </a:avLst>
          </a:prstGeom>
          <a:solidFill>
            <a:srgbClr val="0F2C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23238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 </a:t>
            </a: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46797" y="1882987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API + UI akışları (CI'da)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 </a:t>
            </a: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20722" y="31089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pytest-asyncio + httpx + Testcontainers PG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7638078" cy="868680"/>
          </a:xfrm>
          <a:prstGeom prst="roundRect">
            <a:avLst>
              <a:gd name="adj" fmla="val 6316"/>
            </a:avLst>
          </a:prstGeom>
          <a:solidFill>
            <a:srgbClr val="0F2C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77240" y="4297680"/>
            <a:ext cx="73637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 </a:t>
            </a: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0722" y="42976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 · yardımcılar · şema · factory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98280" y="192024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0F2C44"/>
          </a:solidFill>
          <a:ln/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9098280" y="214884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98280" y="2468880"/>
            <a:ext cx="2542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%98.5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9098280" y="3611880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≥ %70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(fail_under = 70)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98280" y="443484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test geçer · 0 hata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Boy + Faker (Room/Booking/Hotel/User) suite genelinde · Postman 7 istek → Newman · öne çıkan: 409 çakışma, iptal sonrası müsaitlik, ownership, kalıcılık.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CI/CD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Actions: lint → test → build → deploy → smoke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993392" cy="1371600"/>
          </a:xfrm>
          <a:prstGeom prst="roundRect">
            <a:avLst>
              <a:gd name="adj" fmla="val 6667"/>
            </a:avLst>
          </a:prstGeom>
          <a:solidFill>
            <a:srgbClr val="0F2C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58368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94436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(E·F·I)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23744" y="219456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834640" y="2194560"/>
            <a:ext cx="1993392" cy="1371600"/>
          </a:xfrm>
          <a:prstGeom prst="roundRect">
            <a:avLst>
              <a:gd name="adj" fmla="val 6667"/>
            </a:avLst>
          </a:prstGeom>
          <a:solidFill>
            <a:srgbClr val="0F2C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944368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34640" y="294436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≥70%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9744" y="219456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120640" y="2194560"/>
            <a:ext cx="1993392" cy="1371600"/>
          </a:xfrm>
          <a:prstGeom prst="roundRect">
            <a:avLst>
              <a:gd name="adj" fmla="val 6667"/>
            </a:avLst>
          </a:prstGeom>
          <a:solidFill>
            <a:srgbClr val="0F2C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230368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2560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294436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95744" y="219456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406640" y="2194560"/>
            <a:ext cx="1993392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516368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2560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06640" y="294436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2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2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81744" y="219456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692640" y="2194560"/>
            <a:ext cx="1993392" cy="1371600"/>
          </a:xfrm>
          <a:prstGeom prst="roundRect">
            <a:avLst>
              <a:gd name="adj" fmla="val 6667"/>
            </a:avLst>
          </a:prstGeom>
          <a:solidFill>
            <a:srgbClr val="0F2C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9802368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92640" y="2560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92640" y="294436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· Newman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· k6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0690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2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stratejisi:  </a:t>
            </a: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Minikube'de gerçek k8s deploy — image yüklenir, manifestler uygulanır, kubectl rollout status beklenir, ardından servise /health smoke. 2 replica ile rolling update; readiness geçmeden trafik yok. Rollback: kubectl rollout undo.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test piramidi otomatik: 293 unit+integration + 25 E2E (Playwright) + k6 p95&lt;500 regresyon kapısı · ruff lint temiz.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MONITORING &amp; 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+ Grafana — 3 panel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Latency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/ p99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histogram_quantile üzerinden gecikme dağılımı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61772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Rate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/ toplam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oranı zaman serisi (yük altında %0)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45820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5820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C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Throughput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82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 (handler)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3246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 bazında istek hızı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0F2C44"/>
          </a:solidFill>
          <a:ln/>
          <a:effectLst>
            <a:outerShdw blurRad="76200" dist="25400" dir="5400000" algn="bl" rotWithShape="0">
              <a:srgbClr val="9AB0BF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OpenTelemetry → Jaeger: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ve SQLAlchemy otomatik enstrümantasyonu; OTLP gRPC ile span'ler Jaeger UI'da (:16686). Bir config bayrağı ile açılıp kapanır (testte kapalı). Latency spike'ında ilgili SQL/booking span'ine inilir.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B213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SAYILAR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Projeyi anlatan rakamlar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16395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%98.5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404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(hedef ≥70)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83864" y="160020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16395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75304" y="1892808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21024" y="2788920"/>
            <a:ext cx="2404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testi · 0 hata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19088" y="160020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16395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10528" y="1892808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556248" y="2788920"/>
            <a:ext cx="2404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test fonksiyonu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54312" y="160020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16395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445752" y="1892808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465 ms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491472" y="2788920"/>
            <a:ext cx="2404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p95 (&lt;500, CI kapısı)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16395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85800" y="4983480"/>
            <a:ext cx="2404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ucu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83864" y="379476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16395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575304" y="4087368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3621024" y="4983480"/>
            <a:ext cx="2404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(CI'da)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19088" y="379476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16395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510528" y="4087368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556248" y="4983480"/>
            <a:ext cx="2404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paneli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354312" y="379476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16395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9445752" y="4087368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9491472" y="4983480"/>
            <a:ext cx="2404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bonus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ÖĞRENDIKLERIM VE ZORLUKLAR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hatırda kalan 3'er madde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ÖĞRENİLEN DERSLER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ile gerçek PostgreSQL — mock'tan daha güvenilir integration testi.
Factory Boy + Faker — gerçekçi, bakımı kolay test verisi suite genelinde.
Metrik + trace birlikte — latency spike'ında doğrudan span'e inmek.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ZORLUKLAR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2103120"/>
            <a:ext cx="5257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SQLAlchemy + fixture yaşam döngüsü ile test izolasyonu.
Test gürültüsü/dayanıklılık: OTel'i test'te kapatmak, LocalStack'i Docker yoksa skip etmek.
CI'da gerçek Minikube deploy + E2E/k6 otomasyonu (canlı stack + seed).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440680"/>
            <a:ext cx="11091672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Teşekkürler — Sorular?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0" y="5806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README · docs/final-report.pdf · docs/architecture.png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761</Words>
  <Application>Microsoft Macintosh PowerPoint</Application>
  <PresentationFormat>Özel</PresentationFormat>
  <Paragraphs>122</Paragraphs>
  <Slides>9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Burak Tuzcu</cp:lastModifiedBy>
  <cp:revision>2</cp:revision>
  <dcterms:created xsi:type="dcterms:W3CDTF">2026-06-02T13:50:45Z</dcterms:created>
  <dcterms:modified xsi:type="dcterms:W3CDTF">2026-06-02T17:41:33Z</dcterms:modified>
</cp:coreProperties>
</file>