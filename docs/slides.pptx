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64008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0" y="6400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KONU #15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Bakoda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731520" y="31546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Oda Rezervasyonu için Uçtan Uca Test ve Dağıtım Pipeline'ı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77240" y="4114800"/>
            <a:ext cx="38404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MTH2526-B25 — Bulut Mimarilerinde Test Mühendisliği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Marmara Üniversitesi · 2025–2026 Bahar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Grup: Arif Batuhan Bahar · Burak Tuzcu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PROBLEM VE ÇÖZÜM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Neden bir test pipeline'ı?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03520" cy="3657600"/>
          </a:xfrm>
          <a:prstGeom prst="roundRect">
            <a:avLst>
              <a:gd name="adj" fmla="val 2000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rezervasyonunda müsaitlik, çakışma ve onay belgesi kritiktir.
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oda/tarih çift-rezervasyonu, hatalı durum geçişleri ve sessiz veri kaybı production'da pahalıdır.
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test ölçeklenmez → otomasyon ve gözlemlenebilirlik şarttır.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53912" y="16916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0F2C44"/>
          </a:solidFill>
          <a:ln/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874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 — Bakoda (FastAPI)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28232" y="2240280"/>
            <a:ext cx="4983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Otel/oda ara, müsaitlik kontrol et, rezervasyon oluştur · güncelle · iptal et.
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Onay belgesi LocalStack S3'e yazılır; auth, favoriler, ödeme ve iletişim uçları kalıcıdır.
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Basit React UI üzerinden tam test / deploy / monitoring yığını.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 motivasyonu: Arif — UI ve test piramidi (QA odağı); Burak — backend, altyapı ve gözlemlenebilirlik (DevOps odağı).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MIMARI DIYAGRAM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Tüm bileşenler tek bakışta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47672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9476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350008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 · 34 uç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 · /health · /metrics · /docs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947672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9476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Veritabanı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0" y="2350008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SQLAlchemy 2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(5 migration)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83296" y="1783080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83296" y="1947672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339328" y="194767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 Storage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39328" y="2350008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LocalStack S3 + boto3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bakoda-confirmations bucket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593592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58184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4672" y="416052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Minikube · 2 replica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+ Service + ConfigMap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15968" y="3593592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758184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3758184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→ Grafana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panel + /metrics scrape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83296" y="3593592"/>
            <a:ext cx="3566160" cy="1554480"/>
          </a:xfrm>
          <a:prstGeom prst="roundRect">
            <a:avLst>
              <a:gd name="adj" fmla="val 4706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83296" y="3758184"/>
            <a:ext cx="73152" cy="122529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8339328" y="3758184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Tracing (bonus +5)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339328" y="4160520"/>
            <a:ext cx="3154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→ Jaeger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SQLAlchemy span'leri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58978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Akış:  İstemci (React · Playwright · k6 · Newman) → API → PostgreSQL · S3   |   /metrics → Prometheus → Grafana   |   OTLP → Jaeger      ·      Tam diyagram: docs/architecture.png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TEST STRATEJISI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piramidi: 306 test fonksiyonu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98157" cy="868680"/>
          </a:xfrm>
          <a:prstGeom prst="roundRect">
            <a:avLst>
              <a:gd name="adj" fmla="val 6316"/>
            </a:avLst>
          </a:prstGeom>
          <a:solidFill>
            <a:srgbClr val="0F2C4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20240"/>
            <a:ext cx="23238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E2E  </a:t>
            </a:r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375397" y="192024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· API + UI akışları (CI'da)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108960"/>
            <a:ext cx="8046720" cy="868680"/>
          </a:xfrm>
          <a:prstGeom prst="roundRect">
            <a:avLst>
              <a:gd name="adj" fmla="val 6316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108960"/>
            <a:ext cx="7772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  </a:t>
            </a:r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823960" y="310896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pytest-asyncio + httpx + Testcontainers PG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7638078" cy="868680"/>
          </a:xfrm>
          <a:prstGeom prst="roundRect">
            <a:avLst>
              <a:gd name="adj" fmla="val 6316"/>
            </a:avLst>
          </a:prstGeom>
          <a:solidFill>
            <a:srgbClr val="0F2C4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297680"/>
            <a:ext cx="736375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 </a:t>
            </a:r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136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415318" y="429768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servisler · yardımcılar · şema · factory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98280" y="1920240"/>
            <a:ext cx="2542032" cy="3200400"/>
          </a:xfrm>
          <a:prstGeom prst="roundRect">
            <a:avLst>
              <a:gd name="adj" fmla="val 2878"/>
            </a:avLst>
          </a:prstGeom>
          <a:solidFill>
            <a:srgbClr val="0F2C44"/>
          </a:solidFill>
          <a:ln/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98280" y="2148840"/>
            <a:ext cx="2542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098280" y="2468880"/>
            <a:ext cx="25420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%98.5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9098280" y="3611880"/>
            <a:ext cx="2542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≥ %70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(fail_under = 70)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98280" y="4434840"/>
            <a:ext cx="25420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 test geçer · 0 hata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Boy + Faker (Room/Booking/Hotel/User) suite genelinde · Postman 7 istek → Newman · öne çıkan: 409 çakışma, iptal sonrası müsaitlik, ownership, kalıcılık.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CI/CD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Actions: lint → test → build → deploy → smoke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F2C44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(E·F·I)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23744" y="2194560"/>
            <a:ext cx="292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834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F2C44"/>
          </a:solidFill>
          <a:ln/>
        </p:spPr>
      </p:sp>
      <p:sp>
        <p:nvSpPr>
          <p:cNvPr id="10" name="Text 8"/>
          <p:cNvSpPr/>
          <p:nvPr/>
        </p:nvSpPr>
        <p:spPr>
          <a:xfrm>
            <a:off x="2944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834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34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 ≥70%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9744" y="2194560"/>
            <a:ext cx="292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5120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F2C44"/>
          </a:solidFill>
          <a:ln/>
        </p:spPr>
      </p:sp>
      <p:sp>
        <p:nvSpPr>
          <p:cNvPr id="15" name="Text 13"/>
          <p:cNvSpPr/>
          <p:nvPr/>
        </p:nvSpPr>
        <p:spPr>
          <a:xfrm>
            <a:off x="5230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120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0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95744" y="2194560"/>
            <a:ext cx="292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406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516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06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06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F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Minikube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F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381744" y="2194560"/>
            <a:ext cx="29260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9692640" y="2194560"/>
            <a:ext cx="1993392" cy="1371600"/>
          </a:xfrm>
          <a:prstGeom prst="roundRect">
            <a:avLst>
              <a:gd name="adj" fmla="val 6667"/>
            </a:avLst>
          </a:prstGeom>
          <a:solidFill>
            <a:srgbClr val="0F2C44"/>
          </a:solidFill>
          <a:ln/>
        </p:spPr>
      </p:sp>
      <p:sp>
        <p:nvSpPr>
          <p:cNvPr id="25" name="Text 23"/>
          <p:cNvSpPr/>
          <p:nvPr/>
        </p:nvSpPr>
        <p:spPr>
          <a:xfrm>
            <a:off x="9802368" y="2286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92640" y="2560320"/>
            <a:ext cx="1993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SMOKE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692640" y="2944368"/>
            <a:ext cx="1993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 · Newman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k6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06908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2C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stratejisi:  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Minikube'de gerçek k8s deploy — image yüklenir, manifestler uygulanır, kubectl rollout status beklenir, ardından servise /health smoke. 2 replica ile rolling update; readiness geçmeden trafik yok. Rollback: kubectl rollout undo.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test piramidi otomatik: 293 unit+integration + 25 E2E (Playwright) + k6 p95&lt;500 regresyon kapısı · ruff lint temiz.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MONITORING &amp; OBSERVABILITY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Prometheus + Grafana — 3 panel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514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 Latency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/ p95 / p99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histogram_quantile üzerinden gecikme dağılımı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17720" y="20116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 Rate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1772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5xx / toplam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7720" y="32461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hata oranı zaman serisi (yük altında %0)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182880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F2F6F9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58200" y="20116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458200" y="2514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Throughput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5820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(handler)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 bazında istek hızı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61772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0F2C44"/>
          </a:solidFill>
          <a:ln/>
          <a:effectLst>
            <a:outerShdw sx="100000" sy="100000" kx="0" ky="0" algn="bl" rotWithShape="0" blurRad="76200" dist="25400" dir="5400000">
              <a:srgbClr val="9AB0BF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84632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— OpenTelemetry → Jaeger: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ve SQLAlchemy otomatik enstrümantasyonu; OTLP gRPC ile span'ler Jaeger UI'da (:16686). Bir config bayrağı ile açılıp kapanır (testte kapalı). Latency spike'ında ilgili SQL/booking span'ine inilir.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B213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SAYILAR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Projeyi anlatan rakamlar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9280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%98.5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 (hedef ≥70)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83864" y="160020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75304" y="189280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293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621024" y="278892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+ integration testi · 0 hata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19088" y="160020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0528" y="189280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306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556248" y="278892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test fonksiyonu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354312" y="160020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45752" y="189280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465 ms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9491472" y="278892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p95 (&lt;500, CI kapısı)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9476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8736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85800" y="498348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ucu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483864" y="379476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75304" y="408736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3621024" y="498348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E2E (CI'da)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19088" y="379476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408736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6556248" y="498348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paneli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354312" y="3794760"/>
            <a:ext cx="2679192" cy="1920240"/>
          </a:xfrm>
          <a:prstGeom prst="roundRect">
            <a:avLst>
              <a:gd name="adj" fmla="val 3810"/>
            </a:avLst>
          </a:prstGeom>
          <a:solidFill>
            <a:srgbClr val="16395A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45752" y="4087368"/>
            <a:ext cx="24963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9491472" y="4983480"/>
            <a:ext cx="24048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bonus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C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ÖĞRENDIKLERIM VE ZORLUKLAR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 hatırda kalan 3'er madde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ÖĞRENİLEN DERSLER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5394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Testcontainers ile gerçek PostgreSQL — mock'tan daha güvenilir integration testi.
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Boy + Faker — gerçekçi, bakımı kolay test verisi suite genelinde.
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+ trace birlikte — latency spike'ında doğrudan span'e inmek.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0" y="17373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ZORLUKLAR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2103120"/>
            <a:ext cx="5257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SQLAlchemy + fixture yaşam döngüsü ile test izolasyonu.
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gürültüsü/dayanıklılık: OTel'i test'te kapatmak, LocalStack'i Docker yoksa skip etmek.
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CI'da gerçek Minikube deploy + E2E/k6 otomasyonu (canlı stack + seed).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440680"/>
            <a:ext cx="11091672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623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Teşekkürler — Sorular?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858000" y="58064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README · docs/final-report.pdf · docs/architecture.png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2026-06-02T13:50:45Z</dcterms:created>
  <dcterms:modified xsi:type="dcterms:W3CDTF">2026-06-02T13:50:45Z</dcterms:modified>
</cp:coreProperties>
</file>